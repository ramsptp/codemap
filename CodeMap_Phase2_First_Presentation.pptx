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8" r:id="rId7"/>
    <p:sldId id="269" r:id="rId8"/>
    <p:sldId id="270" r:id="rId9"/>
    <p:sldId id="274" r:id="rId10"/>
    <p:sldId id="275" r:id="rId11"/>
    <p:sldId id="276" r:id="rId12"/>
    <p:sldId id="277" r:id="rId13"/>
    <p:sldId id="265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CodeMap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BBDC7-0113-B676-796A-3A58F04741E4}"/>
              </a:ext>
            </a:extLst>
          </p:cNvPr>
          <p:cNvSpPr txBox="1"/>
          <p:nvPr/>
        </p:nvSpPr>
        <p:spPr>
          <a:xfrm>
            <a:off x="5715000" y="5559552"/>
            <a:ext cx="3730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Abhiram Prasad – PTA22CS006</a:t>
            </a:r>
          </a:p>
          <a:p>
            <a:r>
              <a:rPr lang="en-US" dirty="0"/>
              <a:t>Adwaid V Nair – PTA22CS012</a:t>
            </a:r>
          </a:p>
          <a:p>
            <a:r>
              <a:rPr lang="en-US" dirty="0"/>
              <a:t>Aswini Suresh – PTA22CS024</a:t>
            </a:r>
          </a:p>
          <a:p>
            <a:r>
              <a:rPr lang="en-US" dirty="0"/>
              <a:t>Jeena Ann Mathew – PTA22CS034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6C6603-3893-7F73-8205-0B20B4023D18}"/>
              </a:ext>
            </a:extLst>
          </p:cNvPr>
          <p:cNvSpPr txBox="1">
            <a:spLocks/>
          </p:cNvSpPr>
          <p:nvPr/>
        </p:nvSpPr>
        <p:spPr>
          <a:xfrm>
            <a:off x="1915668" y="2715766"/>
            <a:ext cx="5312664" cy="1005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solidFill>
                <a:schemeClr val="tx1"/>
              </a:solidFill>
            </a:endParaRPr>
          </a:p>
          <a:p>
            <a:pPr>
              <a:defRPr sz="2000"/>
            </a:pPr>
            <a:r>
              <a:rPr lang="en-IN" sz="2000" dirty="0">
                <a:solidFill>
                  <a:schemeClr val="tx1"/>
                </a:solidFill>
              </a:rPr>
              <a:t>Intelligent Codebase Visualization &amp; Analysis 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7F9D5-A46D-90D1-E33C-1BE735E6A4AE}"/>
              </a:ext>
            </a:extLst>
          </p:cNvPr>
          <p:cNvSpPr txBox="1"/>
          <p:nvPr/>
        </p:nvSpPr>
        <p:spPr>
          <a:xfrm>
            <a:off x="5715000" y="522288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No:12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large/legacy codebases is difficult</a:t>
            </a:r>
          </a:p>
          <a:p>
            <a:r>
              <a:rPr lang="en-US" dirty="0"/>
              <a:t>Traditional IDEs lack visual insights into the structure and behavior of the code.</a:t>
            </a:r>
          </a:p>
          <a:p>
            <a:r>
              <a:rPr dirty="0" err="1"/>
              <a:t>CodeMap</a:t>
            </a:r>
            <a:r>
              <a:rPr dirty="0"/>
              <a:t> bridges raw code with architectural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Generate flowcharts, call graphs, and dependency diagrams</a:t>
            </a:r>
          </a:p>
          <a:p>
            <a:r>
              <a:rPr dirty="0"/>
              <a:t>Multi-language support: Python, Java, C++</a:t>
            </a:r>
          </a:p>
          <a:p>
            <a:r>
              <a:rPr dirty="0"/>
              <a:t>Integrate Git for version-aware diffs</a:t>
            </a:r>
          </a:p>
          <a:p>
            <a:r>
              <a:rPr dirty="0"/>
              <a:t>Provide cyclomatic complexity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Workflow:</a:t>
            </a:r>
          </a:p>
          <a:p>
            <a:r>
              <a:t>Source Code → AST Parsing → Analysis Engine → Visualization Layer →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4170D-8530-0448-3345-F37D784B5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4675"/>
            <a:ext cx="9144000" cy="3028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Code Input &amp; Integration</a:t>
            </a:r>
            <a:endParaRPr b="1" dirty="0"/>
          </a:p>
          <a:p>
            <a:r>
              <a:rPr lang="en-US" dirty="0"/>
              <a:t>Code Editor</a:t>
            </a:r>
          </a:p>
          <a:p>
            <a:r>
              <a:rPr lang="en-US" dirty="0"/>
              <a:t>Language Selection (Dropdown)</a:t>
            </a:r>
          </a:p>
          <a:p>
            <a:r>
              <a:rPr lang="en-US" dirty="0"/>
              <a:t>Project File/Folder Upload (Completed)</a:t>
            </a:r>
          </a:p>
          <a:p>
            <a:r>
              <a:rPr lang="en-US" dirty="0"/>
              <a:t>Git Integration (Planned)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A4CD-0694-082D-3093-1FEED27B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A36B-6485-C298-8E8C-4F8FEB04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Part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C6C56-1BB9-62EA-94C9-1F21A58BE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Backend Parsing Engine (</a:t>
            </a:r>
            <a:r>
              <a:rPr lang="en-US" b="1" dirty="0" err="1"/>
              <a:t>FastAPI</a:t>
            </a:r>
            <a:r>
              <a:rPr lang="en-US" b="1" dirty="0"/>
              <a:t>)</a:t>
            </a:r>
          </a:p>
          <a:p>
            <a:r>
              <a:rPr lang="en-US" dirty="0"/>
              <a:t>Polyglot Parser – Python, Java (Current)</a:t>
            </a:r>
          </a:p>
          <a:p>
            <a:r>
              <a:rPr lang="en-US" dirty="0"/>
              <a:t>Auto Language Detection (Completed)</a:t>
            </a:r>
          </a:p>
          <a:p>
            <a:r>
              <a:rPr lang="en-US" dirty="0"/>
              <a:t>Unified Parsing Abstraction Layer (Planned)</a:t>
            </a:r>
          </a:p>
          <a:p>
            <a:r>
              <a:rPr lang="en-US" dirty="0"/>
              <a:t>Additional Language Support (Planned):</a:t>
            </a:r>
          </a:p>
          <a:p>
            <a:pPr marL="0" indent="0">
              <a:buNone/>
            </a:pPr>
            <a:r>
              <a:rPr lang="en-US" dirty="0"/>
              <a:t>    C, C++, JavaScript, C#, Go</a:t>
            </a:r>
          </a:p>
        </p:txBody>
      </p:sp>
    </p:spTree>
    <p:extLst>
      <p:ext uri="{BB962C8B-B14F-4D97-AF65-F5344CB8AC3E}">
        <p14:creationId xmlns:p14="http://schemas.microsoft.com/office/powerpoint/2010/main" val="195994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F57D-F883-E9C0-00D0-708ACA2B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14FE-11D1-8E23-39A5-C24611E5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Part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33D1-839A-4863-01B9-FEB851980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Static Analysis &amp; Metrics</a:t>
            </a:r>
          </a:p>
          <a:p>
            <a:r>
              <a:rPr lang="en-US" dirty="0"/>
              <a:t>Structure Extraction : Classes, Functions, Methods</a:t>
            </a:r>
          </a:p>
          <a:p>
            <a:r>
              <a:rPr lang="en-US" dirty="0"/>
              <a:t>Control Flow Analysis</a:t>
            </a:r>
          </a:p>
          <a:p>
            <a:r>
              <a:rPr lang="en-US" dirty="0"/>
              <a:t>Complexity Engine</a:t>
            </a:r>
          </a:p>
          <a:p>
            <a:r>
              <a:rPr lang="en-US" dirty="0"/>
              <a:t>Circular Dependency Detection (Completed)</a:t>
            </a:r>
          </a:p>
        </p:txBody>
      </p:sp>
    </p:spTree>
    <p:extLst>
      <p:ext uri="{BB962C8B-B14F-4D97-AF65-F5344CB8AC3E}">
        <p14:creationId xmlns:p14="http://schemas.microsoft.com/office/powerpoint/2010/main" val="55688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29DC-A456-5C39-6B4A-0B1E70E6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EE23-143C-5A47-2E1A-BA8F55AC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Part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2602-C0C4-77C9-262E-F22DBD07F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Visualization Layer</a:t>
            </a:r>
          </a:p>
          <a:p>
            <a:r>
              <a:rPr lang="en-US" dirty="0"/>
              <a:t>Interactive Flowcharts</a:t>
            </a:r>
          </a:p>
          <a:p>
            <a:r>
              <a:rPr lang="en-US" dirty="0"/>
              <a:t>Interactive Drill-Down &amp; Call Graphs (Completed)</a:t>
            </a:r>
          </a:p>
          <a:p>
            <a:r>
              <a:rPr lang="en-US" dirty="0"/>
              <a:t>Project Blueprint &amp; Dependency Graph (Completed)</a:t>
            </a:r>
          </a:p>
          <a:p>
            <a:r>
              <a:rPr lang="en-US" dirty="0"/>
              <a:t>Repository Health Insights (Completed)</a:t>
            </a:r>
          </a:p>
        </p:txBody>
      </p:sp>
    </p:spTree>
    <p:extLst>
      <p:ext uri="{BB962C8B-B14F-4D97-AF65-F5344CB8AC3E}">
        <p14:creationId xmlns:p14="http://schemas.microsoft.com/office/powerpoint/2010/main" val="56523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2779B-B741-9640-4C9B-4C4108C9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3E4B-0B59-BAFD-E71C-1629D489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Part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BBAAF-E8DD-4EFE-355F-7C2922A56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Project Persistence &amp; Export</a:t>
            </a:r>
          </a:p>
          <a:p>
            <a:r>
              <a:rPr lang="en-US" dirty="0"/>
              <a:t>Session Management (Planned)</a:t>
            </a:r>
          </a:p>
          <a:p>
            <a:r>
              <a:rPr lang="en-US"/>
              <a:t>Export Options </a:t>
            </a:r>
            <a:r>
              <a:rPr lang="en-US" dirty="0"/>
              <a:t>(Planned)</a:t>
            </a:r>
          </a:p>
          <a:p>
            <a:r>
              <a:rPr lang="en-US" dirty="0"/>
              <a:t>Shareable Links (Future)</a:t>
            </a:r>
          </a:p>
        </p:txBody>
      </p:sp>
    </p:spTree>
    <p:extLst>
      <p:ext uri="{BB962C8B-B14F-4D97-AF65-F5344CB8AC3E}">
        <p14:creationId xmlns:p14="http://schemas.microsoft.com/office/powerpoint/2010/main" val="245531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2031-E35D-AF19-91B8-04A92ECB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065B-AF5C-7740-D609-740331B3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6B1A5-359C-63DF-4B93-9C0B72E88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Code Input &amp; Language Handling</a:t>
            </a:r>
          </a:p>
          <a:p>
            <a:r>
              <a:rPr lang="en-US" dirty="0"/>
              <a:t>Code Editor</a:t>
            </a:r>
          </a:p>
          <a:p>
            <a:r>
              <a:rPr lang="en-US" dirty="0"/>
              <a:t>Language Selection (Dropdown)</a:t>
            </a:r>
          </a:p>
          <a:p>
            <a:pPr marL="0" indent="0">
              <a:buNone/>
            </a:pPr>
            <a:r>
              <a:rPr lang="en-US" b="1" dirty="0"/>
              <a:t>Backend Parsing Engine</a:t>
            </a:r>
          </a:p>
          <a:p>
            <a:r>
              <a:rPr lang="en-US" dirty="0"/>
              <a:t>Python Parser</a:t>
            </a:r>
          </a:p>
          <a:p>
            <a:r>
              <a:rPr lang="en-US" dirty="0"/>
              <a:t>Java Parser</a:t>
            </a:r>
          </a:p>
        </p:txBody>
      </p:sp>
    </p:spTree>
    <p:extLst>
      <p:ext uri="{BB962C8B-B14F-4D97-AF65-F5344CB8AC3E}">
        <p14:creationId xmlns:p14="http://schemas.microsoft.com/office/powerpoint/2010/main" val="159607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5164-E1BB-238A-1879-B443E5EB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43BF-7748-B922-40BC-C77C1328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130D-C98E-3750-086C-AD03E3DF6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Function &amp; Structure Analysis</a:t>
            </a:r>
          </a:p>
          <a:p>
            <a:r>
              <a:rPr lang="en-US" dirty="0"/>
              <a:t>Function Detection</a:t>
            </a:r>
          </a:p>
          <a:p>
            <a:r>
              <a:rPr lang="en-US" dirty="0"/>
              <a:t>Method Detection (Java)</a:t>
            </a:r>
          </a:p>
          <a:p>
            <a:r>
              <a:rPr lang="en-US" dirty="0"/>
              <a:t>Control Flow Extraction</a:t>
            </a:r>
          </a:p>
          <a:p>
            <a:pPr marL="0" indent="0">
              <a:buNone/>
            </a:pPr>
            <a:r>
              <a:rPr lang="en-US" b="1" dirty="0"/>
              <a:t>Flowchart Generation</a:t>
            </a:r>
          </a:p>
          <a:p>
            <a:r>
              <a:rPr lang="en-US" dirty="0"/>
              <a:t>Python Flowchart Renderer</a:t>
            </a:r>
          </a:p>
          <a:p>
            <a:r>
              <a:rPr lang="en-US" dirty="0"/>
              <a:t>Java Flowchart Renderer</a:t>
            </a:r>
          </a:p>
        </p:txBody>
      </p:sp>
    </p:spTree>
    <p:extLst>
      <p:ext uri="{BB962C8B-B14F-4D97-AF65-F5344CB8AC3E}">
        <p14:creationId xmlns:p14="http://schemas.microsoft.com/office/powerpoint/2010/main" val="32506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B590-AD7E-A4F3-45C7-CB51BE07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EA0D-F7C5-BA83-7C83-30D5C1BE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D270-5E3F-9014-C5A2-467B6E0B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Call Graph Visualization</a:t>
            </a:r>
          </a:p>
          <a:p>
            <a:r>
              <a:rPr lang="en-US" dirty="0"/>
              <a:t>Python Call Graph</a:t>
            </a:r>
          </a:p>
          <a:p>
            <a:r>
              <a:rPr lang="en-US" dirty="0"/>
              <a:t>Java Call Graph</a:t>
            </a:r>
          </a:p>
          <a:p>
            <a:pPr marL="0" indent="0">
              <a:buNone/>
            </a:pPr>
            <a:r>
              <a:rPr lang="en-US" b="1" dirty="0"/>
              <a:t>Complexity &amp; Metrics</a:t>
            </a:r>
          </a:p>
          <a:p>
            <a:r>
              <a:rPr lang="en-US" dirty="0"/>
              <a:t>Cyclomatic Complexity for Python</a:t>
            </a:r>
          </a:p>
          <a:p>
            <a:pPr marL="0" indent="0">
              <a:buNone/>
            </a:pPr>
            <a:r>
              <a:rPr lang="en-US" b="1" dirty="0"/>
              <a:t>User Interface &amp; UX</a:t>
            </a:r>
          </a:p>
          <a:p>
            <a:r>
              <a:rPr lang="en-US" dirty="0"/>
              <a:t>Overview Panel (Functions + Stats)</a:t>
            </a:r>
          </a:p>
          <a:p>
            <a:r>
              <a:rPr lang="en-US" dirty="0"/>
              <a:t>Flowchart/Call Graph Tabs</a:t>
            </a:r>
          </a:p>
        </p:txBody>
      </p:sp>
    </p:spTree>
    <p:extLst>
      <p:ext uri="{BB962C8B-B14F-4D97-AF65-F5344CB8AC3E}">
        <p14:creationId xmlns:p14="http://schemas.microsoft.com/office/powerpoint/2010/main" val="394010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CodeMap</a:t>
            </a:r>
            <a:r>
              <a:rPr dirty="0"/>
              <a:t> bridges raw code and architecture</a:t>
            </a:r>
          </a:p>
          <a:p>
            <a:r>
              <a:rPr lang="en-IN" dirty="0"/>
              <a:t>H</a:t>
            </a:r>
            <a:r>
              <a:rPr dirty="0" err="1"/>
              <a:t>elps</a:t>
            </a:r>
            <a:r>
              <a:rPr dirty="0"/>
              <a:t> onboarding, auditing, and maintenance</a:t>
            </a:r>
          </a:p>
          <a:p>
            <a:r>
              <a:rPr dirty="0"/>
              <a:t>Future: ML-based code pattern recognition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CCBB-0B34-E564-5A11-96FA154D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850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369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CodeMap</vt:lpstr>
      <vt:lpstr>Introduction</vt:lpstr>
      <vt:lpstr>Objectives</vt:lpstr>
      <vt:lpstr>Block Diagram</vt:lpstr>
      <vt:lpstr>Modules – Part 1</vt:lpstr>
      <vt:lpstr>Modules – Part 2</vt:lpstr>
      <vt:lpstr>Modules – Part 3</vt:lpstr>
      <vt:lpstr>Modules – Part 4</vt:lpstr>
      <vt:lpstr>Modules – Part 5</vt:lpstr>
      <vt:lpstr>Completed Modules</vt:lpstr>
      <vt:lpstr>Completed Modules</vt:lpstr>
      <vt:lpstr>Completed Modules</vt:lpstr>
      <vt:lpstr>Conclusion &amp; Future Scope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Abhiram Prasad</dc:creator>
  <cp:keywords/>
  <dc:description>generated using python-pptx</dc:description>
  <cp:lastModifiedBy>Abhiram Prasad</cp:lastModifiedBy>
  <cp:revision>8</cp:revision>
  <dcterms:created xsi:type="dcterms:W3CDTF">2013-01-27T09:14:16Z</dcterms:created>
  <dcterms:modified xsi:type="dcterms:W3CDTF">2026-01-06T19:50:10Z</dcterms:modified>
  <cp:category/>
</cp:coreProperties>
</file>